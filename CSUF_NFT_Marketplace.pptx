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22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CSUF Campus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320040" y="1691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NFT Marketplace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2606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3D interactive NFT platform built for the Cal State Fullerton community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" y="3337560"/>
            <a:ext cx="36576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 Milind Mane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Muqeet Ahmed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Ruman Saiyed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 Ali Mohammed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Matheen Baba Mahammed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0" y="4754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Department · Cal State Fullerton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502920"/>
            <a:ext cx="8686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CSUF Campus NFT Marketplace?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743200" cy="32918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Campus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4871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interactive model of the CSUF campus where users explore, navigate, and interact with building collections.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00400" y="1325880"/>
            <a:ext cx="2743200" cy="32918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NFT Ecosystem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37560" y="24871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Mint, buy, sell, and auction campus-specific NFTs. Each building has its own unique collection of generative art tokens.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72200" y="1325880"/>
            <a:ext cx="2743200" cy="32918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63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Powered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09360" y="2487168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Ethereum-compatible smart contracts (ERC-721), integrated with MetaMask and local Ganache blockchain.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28600" y="47548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Web3 application blending 3D visualization, generative art, and decentralized finance.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This Platform Stand 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188720"/>
            <a:ext cx="278892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9536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Campus Map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8470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a digital twin with orbit camera, click buildings &amp; zoom landmarks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72968" y="1188720"/>
            <a:ext cx="278892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31336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Art NFTs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37560" y="18470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SVG-based art with billions of unique combos — Gold Foil, Holographic &amp; Glitch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44768" y="1188720"/>
            <a:ext cx="278892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03136" y="1353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Auctions &amp; Bidding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09360" y="184708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auctions with smart contract auto-transfer to the highest bidder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201168" y="3063240"/>
            <a:ext cx="278892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4612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59536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Primary &amp; Secondary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65760" y="372160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new NFTs or list owned ones for custom ETH prices on the open market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172968" y="3063240"/>
            <a:ext cx="278892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246120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31336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 Search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3337560" y="372160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buildings on the 3D map OR filter NFTs by name, ID, or rarity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144768" y="3063240"/>
            <a:ext cx="278892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246120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03136" y="3227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Favorites &amp; Feed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309360" y="372160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wishlist + live activity feed showing every mint, sale, and bid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Behind the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188720"/>
            <a:ext cx="4251960" cy="1097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· Framer Motion · Vanilla CSS · Lucide React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251960" cy="1097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5087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Engine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166420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· React Three Fiber (R3F) · @react-three/drei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01168" y="2450592"/>
            <a:ext cx="4251960" cy="1097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7063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" y="2587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86968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0.8.20 · Hardhat · ERC-721 Standard · Ethers.js v6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2450592"/>
            <a:ext cx="4251960" cy="1097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77063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2587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49240" y="29260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· Ganache Local Chain · Auto Network Switching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201168" y="3712464"/>
            <a:ext cx="4251960" cy="1097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032504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86968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886968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State Management · React Context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663440" y="3712464"/>
            <a:ext cx="4251960" cy="1097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4032504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49240" y="38496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Contracts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349240" y="418795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CSUFCampusNFT.sol · Minting · Listing · Auctions · Bidding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Works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920240" cy="141732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3258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8470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/ Browser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65760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R3F Frontend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194560" y="1938528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59152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423160" y="1234440"/>
            <a:ext cx="1920240" cy="141732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3258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14600" y="18470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MetaMask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514600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&amp; Signing Layer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343400" y="1938528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07992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572000" y="1234440"/>
            <a:ext cx="1920240" cy="141732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3258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18470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Ethers.js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663440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Interface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492240" y="1938528"/>
            <a:ext cx="2286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56832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720840" y="1234440"/>
            <a:ext cx="1920240" cy="141732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072" y="13258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12280" y="18470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812280" y="22128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on Ganache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228600" y="28803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Capabilities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228600" y="324612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3D Campus Digital Twin (.glb model)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Generative SVG NFT Art Engine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Primary Mint &amp; Secondary Market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663440" y="324612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⚒️  Timed Auctions + Bidding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Dual Search (Map + Marketplace)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💛  Favorites, Notifications &amp; Live Feed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the Platform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1993392" cy="3383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25880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441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574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10896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Wallet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10896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MetaMask, add Ganache Local network (RPC 7545, Chain 1337), and connect your wallet.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04872" y="1234440"/>
            <a:ext cx="1993392" cy="3383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18104" y="1325880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18104" y="13441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205740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1460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Campus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514600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3D CSUF map. Use orbit camera to fly around and click any building to view its NFT collection.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608576" y="1234440"/>
            <a:ext cx="1993392" cy="3383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21808" y="1325880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21808" y="13441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384" y="20574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18304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Mint an NFT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718304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building, browse its unique generative art pieces, and mint your first campus NFT in one click.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812280" y="1234440"/>
            <a:ext cx="1993392" cy="33832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525512" y="1325880"/>
            <a:ext cx="566928" cy="5669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25512" y="1344168"/>
            <a:ext cx="566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2057400"/>
            <a:ext cx="502920" cy="5029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22008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 &amp; Auction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922008" y="309067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your NFT for a fixed price or start a timed auction. Other users can buy or place ETH bids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 &amp; NFT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188720"/>
            <a:ext cx="4114800" cy="36118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25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CSUFCampusNFT.sol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7099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ERC-721 Standard (Solidity 0.8.20)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37490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 new NFTs from building collections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NFTs for fixed-price sale in ETH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&amp; manage timed auctions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highest-bidder transfers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ownership verification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Hardhat deployment &amp; testing suite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4370832" cy="36118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325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NFT Rarities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830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1865376"/>
            <a:ext cx="2560320" cy="182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1865376"/>
            <a:ext cx="1408176" cy="18288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7830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26771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350008"/>
            <a:ext cx="2560320" cy="182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97880" y="2350008"/>
            <a:ext cx="640080" cy="182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0" y="226771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7523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97880" y="2834640"/>
            <a:ext cx="2560320" cy="182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2834640"/>
            <a:ext cx="307238" cy="182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0" y="2752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23697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Foil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97880" y="3319272"/>
            <a:ext cx="2560320" cy="182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3319272"/>
            <a:ext cx="128016" cy="1828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32369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09160" y="37216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Holographic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97880" y="3803904"/>
            <a:ext cx="2560320" cy="182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3803904"/>
            <a:ext cx="51206" cy="182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37216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9160" y="42062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97880" y="4288536"/>
            <a:ext cx="2560320" cy="182880"/>
          </a:xfrm>
          <a:prstGeom prst="rect">
            <a:avLst/>
          </a:prstGeom>
          <a:solidFill>
            <a:srgbClr val="162032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4288536"/>
            <a:ext cx="25603" cy="1828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420624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VIEWS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Screens &amp; Interactions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188720"/>
            <a:ext cx="4114800" cy="187452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28016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🗺️  3D Campus Map 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1627632"/>
            <a:ext cx="3794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Buildings color-coded by category (Academic, Athletics, Arts)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Click any building → view its NFT collection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Orbit, zoom &amp; pan camera controls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building pins with tooltips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370832" cy="187452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2801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 NFT Marketplace 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9160" y="1627632"/>
            <a:ext cx="4069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 &amp; filter NFTs by rarity or 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Card grid with rarity badge &amp; ETH price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mint or buy from listing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Bid on active timed auctions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1168" y="3200400"/>
            <a:ext cx="1965960" cy="15544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🔔  Activity Feed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63931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global transaction log — mints, sales, bids &amp; listings slide in from navbar in real time.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31720" y="3200400"/>
            <a:ext cx="1965960" cy="15544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6888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💛  Favorites Panel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63931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for any NFT across all collections — track price and status from the navbar.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3200400"/>
            <a:ext cx="1965960" cy="15544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2918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📍  Pin Editor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63931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tool to drag-and-drop building markers in 3D with live coordinate export to source code.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0" y="3200400"/>
            <a:ext cx="2084832" cy="155448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9516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🦊  Wallet Integration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3639312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MetaMask auto network switch + live ETH balance + Demo Mode for wallet-free exploration.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828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47548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Overcame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01168" y="1234440"/>
            <a:ext cx="4251960" cy="160020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0136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86968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+ Web Integration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86968" y="17647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Syncing React Three Fiber's 3D scene with React state was non-trivial. Solved with Zustand for shared global state.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251960" cy="160020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80136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Contract Design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49240" y="17647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ERC-721 with auction &amp; listing logic required careful re-entrancy guards and gas optimization.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01168" y="3063240"/>
            <a:ext cx="4251960" cy="160020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301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968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Model Alignment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86968" y="35935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pins drifted after model scaling. Built a custom Live Pin Editor to drag-and-drop positions visually.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663440" y="3063240"/>
            <a:ext cx="4251960" cy="1600200"/>
          </a:xfrm>
          <a:prstGeom prst="rect">
            <a:avLst/>
          </a:prstGeom>
          <a:solidFill>
            <a:srgbClr val="1E2D42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630168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4924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UX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49240" y="3593592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wallet absence gracefully with Demo Mode so any user can explore the full UI without MetaMask.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0C8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CSUF Campus NFT Marketplace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364992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Siddhi Milind Mane   ·   Abdul Muqeet Ahmed   ·   Ruman Saiyed   ·   Asim Ali Mohammed   ·   Matheen Baba Mahammed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57200" y="38404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 State Fullerton · Computer Science Department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CSUF Campus NFT Marketplace</dc:title>
  <dc:subject>PptxGenJS Presentation</dc:subject>
  <dc:creator>PptxGenJS</dc:creator>
  <cp:lastModifiedBy>PptxGenJS</cp:lastModifiedBy>
  <cp:revision>1</cp:revision>
  <dcterms:created xsi:type="dcterms:W3CDTF">2026-05-03T21:55:46Z</dcterms:created>
  <dcterms:modified xsi:type="dcterms:W3CDTF">2026-05-03T21:55:46Z</dcterms:modified>
</cp:coreProperties>
</file>